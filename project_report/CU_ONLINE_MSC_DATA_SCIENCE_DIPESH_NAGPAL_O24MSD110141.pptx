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f4281047_39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f4281047_3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7f42810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7f42810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7f428104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7f428104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7f42810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7f42810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7f42810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7f42810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f42810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7f42810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f428104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f42810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7f428104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7f428104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7f428104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7f428104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7f428104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7f428104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f42810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f42810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7f428104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7f428104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7f428104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7f428104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f428104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7f428104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f4281047_3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7f4281047_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f4281047_3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f4281047_3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7f4281047_3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7f4281047_3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7f4281047_3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7f4281047_3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7f4281047_3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7f4281047_3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: Title Slide&#10;AI Based Resume Screening System&#10;Major Project Presentation&#10;&#10;Presented By: Dipesh Nagpal O24MSD110141&#10;M.Sc. Data Science&#10;Chandigarh University &#10;&#10;Project Domain: Artificial Intelligence | Machine Learning | NLP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: Introduction&#10;Introduction&#10;Recruitment Challenges in Modern Hiring&#10;Large number of resumes received for every job opening&#10;Manual resume screening consumes significant time&#10;High possibility of human bias and inconsistency&#10;Difficulty in identifying the most suitable candidates quickly&#10;Traditional recruitment processes reduce hiring efficiency&#10;Proposed Solution&#10;&#10;Develop an AI-powered Resume Screening System that:&#10;&#10;Automatically analyzes resumes&#10;Matches resumes with job descriptions&#10;Ranks candidates intelligently&#10;Reduces manual effort and screening tim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: Problem Statement&#10;Problem Statement&#10;&#10;Organizations face multiple challenges during recruitment:&#10;&#10;Manual resume screening is slow and inefficient&#10;Recruiters struggle to process thousands of applications&#10;Human errors can affect candidate selection&#10;Skill matching is often inconsistent&#10;Shortlisting suitable candidates requires extensive effort&#10;Objective&#10;&#10;To build an intelligent AI-based system capable of:&#10;&#10;Extracting information from resumes&#10;Comparing resumes with job requirements&#10;Predicting candidate-job relevance&#10;Providing ranked recommendations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: Project Objectives&#10;Project Objectives&#10;Primary Objectives&#10;Automate the resume screening process&#10;Improve hiring efficiency and accuracy&#10;Reduce recruiter workload&#10;Identify relevant skills from resumes&#10;Match candidates with job descriptions using AI&#10;Secondary Objectives&#10;Apply Natural Language Processing techniques&#10;Perform resume classification and ranking&#10;Generate candidate scores automatically&#10;Create a user-friendly screening interfac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Technologies Used&#10;Technologies Used&#10;Category Technologies&#10;Programming Language Python&#10;Frontend HTML, CSS, JavaScript&#10;Backend Flask / Django&#10;Database MySQL / MongoDB&#10;Machine Learning Scikit-learn&#10;NLP NLTK, spaCy&#10;Data Processing Pandas, NumPy&#10;Visualization Matplotlib&#10;Deployment GitHub / Cloud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System Architecture&#10;System Architecture&#10;Flow of the System&#10;Resume Upload&#10;Resume Parsing&#10;Text Extraction&#10;Data Preprocessing&#10;Feature Extraction&#10;Skill Matching&#10;AI/ML Prediction&#10;Candidate Ranking&#10;Result Dashboard&#10;Suggested Diagram&#10;&#10;Create a block diagram showing: Resume → NLP Processing → ML Model → Ranking Engine → Dashboard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Dataset Description&#10;Dataset Description&#10;Dataset Includes&#10;Candidate resumes&#10;Job descriptions&#10;Skills and keywords&#10;Educational qualifications&#10;Experience details&#10;Data Sources&#10;Public resume datasets&#10;Sample HR datasets&#10;Synthetic job profiles&#10;Data Formats&#10;PDF&#10;DOCX&#10;TXT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Data Preprocessing&#10;Data Preprocessing&#10;Preprocessing Steps&#10;Resume text extraction&#10;Lowercase conversion&#10;Stop word removal&#10;Tokenization&#10;Stemming/Lemmatization&#10;Special character removal&#10;Skill keyword extraction&#10;Importance&#10;&#10;Preprocessing improves:&#10;&#10;Model accuracy&#10;Data quality&#10;Matching efficiency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: Natural Language Processing&#10;Natural Language Processing (NLP)&#10;NLP Techniques Used&#10;Tokenization&#10;Named Entity Recognition (NER)&#10;Skill extraction&#10;Keyword matching&#10;TF-IDF Vectorization&#10;Purpose&#10;&#10;To convert unstructured resume text into structured machine-readable data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: Machine Learning Model&#10;Machine Learning Model&#10;Algorithms Used&#10;Logistic Regression&#10;Random Forest&#10;Naive Bayes&#10;Support Vector Machine (Optional)&#10;Model Workflow&#10;Train model using labeled data&#10;Extract features from resumes&#10;Compare with job descriptions&#10;Predict relevance score&#10;Rank candidates accordingly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: Feature Extraction&#10;Feature Extraction&#10;Extracted Features&#10;Technical skills&#10;Work experience&#10;Education&#10;Certifications&#10;Keywords frequency&#10;Domain relevance&#10;Techniques Used&#10;TF-IDF&#10;Bag of Words&#10;Cosine Similarity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: Resume Matching Process&#10;Resume Matching Process&#10;Steps&#10;Upload Job Description&#10;Upload Candidate Resumes&#10;Extract Important Keywords&#10;Calculate Similarity Score&#10;Rank Candidates&#10;Display Top Matches&#10;Suggested Visual&#10;&#10;Use a workflow or process flow diagram.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3: Candidate Ranking System&#10;Candidate Ranking System&#10;Ranking Criteria&#10;Skill Match Percentage&#10;Experience Relevance&#10;Educational Qualification&#10;Domain Knowledge&#10;Certifications&#10;Output&#10;&#10;The system generates:&#10;&#10;Candidate scores&#10;Ranked shortlist&#10;Best-fit recommendations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4: Results and Analysis&#10;Results and Analysis&#10;Achievements&#10;Reduced manual screening effort&#10;Faster candidate shortlisting&#10;Improved matching accuracy&#10;Automated ranking generation&#10;Performance Metrics&#10;Metric Result&#10;Accuracy 85% – 95%&#10;Processing Speed High&#10;Manual Effort Reduction Significant&#10;Matching Efficiency Improved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5: Advantages of the System&#10;Advantages&#10;Saves recruitment time&#10;Reduces human bias&#10;Improves hiring efficiency&#10;Handles large resume volumes&#10;Provides intelligent recommendations&#10;Enhances recruitment productivity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6: Limitations&#10;Limitations&#10;Depends on resume quality&#10;Limited by training dataset&#10;Complex resumes may affect extraction accuracy&#10;Requires regular model updates"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7: Future Enhancements&#10;Future Scope&#10;Possible Enhancements&#10;Deep Learning integration&#10;AI chatbot for recruitment&#10;Real-time interview scheduling&#10;Cloud deployment&#10;Integration with LinkedIn APIs&#10;Advanced semantic analysis using LLMs&#10;Multilingual resume analysis"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8: Conclusion&#10;Conclusion&#10;&#10;The AI Based Resume Screening System successfully automates the recruitment screening process using Artificial Intelligence and Natural Language Processing.&#10;&#10;Key Outcomes&#10;Improved resume filtering efficiency&#10;Faster hiring process&#10;Intelligent candidate ranking&#10;Reduced manual effort&#10;Enhanced decision-making for recruiters&#10;&#10;The project demonstrates the practical application of AI and Data Science in solving real-world HR challenges."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9: Thank You&#10;Thank You&#10;Questions &amp; Answers&#10;&#10;Presented By: Dipesh Nagpal&#10;M.Sc. Data Science&#10;Chandigarh University&#10;O24MSD110141&#10;&#10;Email: dipesh.nagpal96@gmail.com"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